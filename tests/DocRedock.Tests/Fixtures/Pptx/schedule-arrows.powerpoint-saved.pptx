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開発スケジュール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工程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担当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9/1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9/2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9/3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9/4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9/5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9/8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要件定義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山田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佐藤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鈴木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田中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リリース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全員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2980944" y="2029968"/>
            <a:ext cx="2816352" cy="32918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443984" y="2578608"/>
            <a:ext cx="4279391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5907024" y="3127248"/>
            <a:ext cx="4279391" cy="329184"/>
          </a:xfrm>
          <a:prstGeom prst="rect">
            <a:avLst/>
          </a:prstGeom>
          <a:solidFill>
            <a:srgbClr val="B7791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eft-Right Arrow 6"/>
          <p:cNvSpPr/>
          <p:nvPr/>
        </p:nvSpPr>
        <p:spPr>
          <a:xfrm>
            <a:off x="7370064" y="3675888"/>
            <a:ext cx="4279391" cy="329184"/>
          </a:xfrm>
          <a:prstGeom prst="left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テスト</a:t>
            </a:r>
          </a:p>
        </p:txBody>
      </p:sp>
      <p:sp>
        <p:nvSpPr>
          <p:cNvPr id="8" name="Diamond 7"/>
          <p:cNvSpPr/>
          <p:nvPr/>
        </p:nvSpPr>
        <p:spPr>
          <a:xfrm>
            <a:off x="10835640" y="4251959"/>
            <a:ext cx="274320" cy="274320"/>
          </a:xfrm>
          <a:prstGeom prst="diamond">
            <a:avLst/>
          </a:prstGeom>
          <a:solidFill>
            <a:srgbClr val="B423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583680" y="1371600"/>
            <a:ext cx="0" cy="3291840"/>
          </a:xfrm>
          <a:prstGeom prst="line">
            <a:avLst/>
          </a:prstGeom>
          <a:ln w="28575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23960" y="2514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42318"/>
                </a:solidFill>
                <a:latin typeface="Yu Gothic"/>
              </a:rPr>
              <a:t>▲レビュー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グループ化されたスケジュール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工程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担当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9/1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9/2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9/3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9/4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9/5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9/8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要件定義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山田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佐藤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鈴木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田中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リリース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全員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スケジュール矢印グループ"/>
          <p:cNvGrpSpPr/>
          <p:nvPr/>
        </p:nvGrpSpPr>
        <p:grpSpPr>
          <a:xfrm>
            <a:off x="2980944" y="2029968"/>
            <a:ext cx="5742431" cy="877824"/>
            <a:chOff x="3438144" y="2304288"/>
            <a:chExt cx="3828287" cy="585216"/>
          </a:xfrm>
        </p:grpSpPr>
        <p:sp>
          <p:nvSpPr>
            <p:cNvPr id="4" name="Right Arrow 3"/>
            <p:cNvSpPr/>
            <p:nvPr/>
          </p:nvSpPr>
          <p:spPr>
            <a:xfrm>
              <a:off x="3438144" y="2304288"/>
              <a:ext cx="1877568" cy="219456"/>
            </a:xfrm>
            <a:prstGeom prst="rightArrow">
              <a:avLst/>
            </a:prstGeom>
            <a:solidFill>
              <a:srgbClr val="17365D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Yu Gothic"/>
                </a:rPr>
                <a:t>要件定義</a:t>
              </a: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4413504" y="2670048"/>
              <a:ext cx="2852927" cy="219456"/>
            </a:xfrm>
            <a:prstGeom prst="rightArrow">
              <a:avLst/>
            </a:prstGeom>
            <a:solidFill>
              <a:srgbClr val="0B7285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Yu Gothic"/>
                </a:rPr>
                <a:t>設計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548640" y="5394960"/>
            <a:ext cx="1645920" cy="640080"/>
          </a:xfrm>
          <a:prstGeom prst="roundRect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開始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5394960"/>
            <a:ext cx="1645920" cy="640080"/>
          </a:xfrm>
          <a:prstGeom prst="roundRect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完了</a:t>
            </a:r>
          </a:p>
        </p:txBody>
      </p:sp>
      <p:cxnSp>
        <p:nvCxnSpPr>
          <p:cNvPr id="9" name="Connector 8"/>
          <p:cNvCxnSpPr>
            <a:stCxn id="7" idx="1"/>
            <a:endCxn id="8" idx="3"/>
          </p:cNvCxnSpPr>
          <p:nvPr/>
        </p:nvCxnSpPr>
        <p:spPr>
          <a:xfrm flipV="1">
            <a:off x="548640" y="5715000"/>
            <a:ext cx="420624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5074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7085"/>
                </a:solidFill>
                <a:latin typeface="Yu Gothic"/>
              </a:rPr>
              <a:t>実データフロー（表とは無関係。begin_connect/end_connectで接続済み）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回転した矢印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406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工程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9/1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9/2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9/3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9/4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差し戻し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 rot="10800000">
            <a:off x="3529584" y="2029968"/>
            <a:ext cx="2816352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戻し</a:t>
            </a:r>
          </a:p>
        </p:txBody>
      </p:sp>
      <p:sp>
        <p:nvSpPr>
          <p:cNvPr id="5" name="Right Arrow 4"/>
          <p:cNvSpPr/>
          <p:nvPr/>
        </p:nvSpPr>
        <p:spPr>
          <a:xfrm rot="5400000">
            <a:off x="6309360" y="2304288"/>
            <a:ext cx="1645919" cy="87782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57400" y="2514600"/>
            <a:ext cx="2834640" cy="1005840"/>
          </a:xfrm>
          <a:prstGeom prst="rect">
            <a:avLst/>
          </a:prstGeom>
          <a:solidFill>
            <a:srgbClr val="B7791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共通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</Words>
  <Application>Microsoft Macintosh PowerPoint</Application>
  <PresentationFormat>ワイド画面</PresentationFormat>
  <Paragraphs>58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Yu Gothic</vt:lpstr>
      <vt:lpstr>Arial</vt:lpstr>
      <vt:lpstr>Calibri</vt:lpstr>
      <vt:lpstr>Office Theme</vt:lpstr>
      <vt:lpstr>開発スケジュール</vt:lpstr>
      <vt:lpstr>グループ化されたスケジュール</vt:lpstr>
      <vt:lpstr>回転した矢印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RTMD fixture</cp:lastModifiedBy>
  <cp:revision>1</cp:revision>
  <dcterms:created xsi:type="dcterms:W3CDTF">2013-01-27T09:14:16Z</dcterms:created>
  <dcterms:modified xsi:type="dcterms:W3CDTF">2026-09-09T10:51:11Z</dcterms:modified>
  <cp:category/>
</cp:coreProperties>
</file>