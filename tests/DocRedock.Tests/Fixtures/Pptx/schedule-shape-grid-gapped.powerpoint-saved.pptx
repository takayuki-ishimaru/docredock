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隙間のある図形格子</a:t>
            </a:r>
          </a:p>
        </p:txBody>
      </p:sp>
      <p:sp>
        <p:nvSpPr>
          <p:cNvPr id="3" name="GridHeader-0-工程"/>
          <p:cNvSpPr/>
          <p:nvPr/>
        </p:nvSpPr>
        <p:spPr>
          <a:xfrm>
            <a:off x="45720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工程</a:t>
            </a:r>
          </a:p>
        </p:txBody>
      </p:sp>
      <p:sp>
        <p:nvSpPr>
          <p:cNvPr id="4" name="GridHeader-1-担当"/>
          <p:cNvSpPr/>
          <p:nvPr/>
        </p:nvSpPr>
        <p:spPr>
          <a:xfrm>
            <a:off x="1920240" y="1371600"/>
            <a:ext cx="9804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担当</a:t>
            </a:r>
          </a:p>
        </p:txBody>
      </p:sp>
      <p:sp>
        <p:nvSpPr>
          <p:cNvPr id="5" name="GridHeader-2-9/1"/>
          <p:cNvSpPr/>
          <p:nvPr/>
        </p:nvSpPr>
        <p:spPr>
          <a:xfrm>
            <a:off x="292608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9/1</a:t>
            </a:r>
          </a:p>
        </p:txBody>
      </p:sp>
      <p:sp>
        <p:nvSpPr>
          <p:cNvPr id="6" name="GridHeader-3-9/2"/>
          <p:cNvSpPr/>
          <p:nvPr/>
        </p:nvSpPr>
        <p:spPr>
          <a:xfrm>
            <a:off x="438912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9/2</a:t>
            </a:r>
          </a:p>
        </p:txBody>
      </p:sp>
      <p:sp>
        <p:nvSpPr>
          <p:cNvPr id="7" name="GridHeader-4-9/3"/>
          <p:cNvSpPr/>
          <p:nvPr/>
        </p:nvSpPr>
        <p:spPr>
          <a:xfrm>
            <a:off x="585216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9/3</a:t>
            </a:r>
          </a:p>
        </p:txBody>
      </p:sp>
      <p:sp>
        <p:nvSpPr>
          <p:cNvPr id="8" name="GridHeader-5-9/4"/>
          <p:cNvSpPr/>
          <p:nvPr/>
        </p:nvSpPr>
        <p:spPr>
          <a:xfrm>
            <a:off x="731520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9/4</a:t>
            </a:r>
          </a:p>
        </p:txBody>
      </p:sp>
      <p:sp>
        <p:nvSpPr>
          <p:cNvPr id="9" name="GridHeader-6-9/5"/>
          <p:cNvSpPr/>
          <p:nvPr/>
        </p:nvSpPr>
        <p:spPr>
          <a:xfrm>
            <a:off x="877824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9/5</a:t>
            </a:r>
          </a:p>
        </p:txBody>
      </p:sp>
      <p:sp>
        <p:nvSpPr>
          <p:cNvPr id="10" name="GridHeader-7-9/8"/>
          <p:cNvSpPr/>
          <p:nvPr/>
        </p:nvSpPr>
        <p:spPr>
          <a:xfrm>
            <a:off x="102412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9/8</a:t>
            </a:r>
          </a:p>
        </p:txBody>
      </p:sp>
      <p:sp>
        <p:nvSpPr>
          <p:cNvPr id="11" name="GridLabelProcess-1-要件定義"/>
          <p:cNvSpPr/>
          <p:nvPr/>
        </p:nvSpPr>
        <p:spPr>
          <a:xfrm>
            <a:off x="457200" y="1854200"/>
            <a:ext cx="1725168" cy="523239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要件定義</a:t>
            </a:r>
          </a:p>
        </p:txBody>
      </p:sp>
      <p:sp>
        <p:nvSpPr>
          <p:cNvPr id="12" name="GridLabelProcess-2-設計"/>
          <p:cNvSpPr/>
          <p:nvPr/>
        </p:nvSpPr>
        <p:spPr>
          <a:xfrm>
            <a:off x="457200" y="2402840"/>
            <a:ext cx="1725168" cy="523239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設計</a:t>
            </a:r>
          </a:p>
        </p:txBody>
      </p:sp>
      <p:sp>
        <p:nvSpPr>
          <p:cNvPr id="13" name="GridLabelProcess-3-実装"/>
          <p:cNvSpPr/>
          <p:nvPr/>
        </p:nvSpPr>
        <p:spPr>
          <a:xfrm>
            <a:off x="457200" y="2951480"/>
            <a:ext cx="1725168" cy="523239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実装</a:t>
            </a:r>
          </a:p>
        </p:txBody>
      </p:sp>
      <p:sp>
        <p:nvSpPr>
          <p:cNvPr id="14" name="GridLabelProcess-4-テスト"/>
          <p:cNvSpPr/>
          <p:nvPr/>
        </p:nvSpPr>
        <p:spPr>
          <a:xfrm>
            <a:off x="457200" y="3500120"/>
            <a:ext cx="1725168" cy="523239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テスト</a:t>
            </a:r>
          </a:p>
        </p:txBody>
      </p:sp>
      <p:sp>
        <p:nvSpPr>
          <p:cNvPr id="15" name="GridLabelProcess-5-リリース"/>
          <p:cNvSpPr/>
          <p:nvPr/>
        </p:nvSpPr>
        <p:spPr>
          <a:xfrm>
            <a:off x="457200" y="4048760"/>
            <a:ext cx="1725168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リリース</a:t>
            </a:r>
          </a:p>
        </p:txBody>
      </p:sp>
      <p:sp>
        <p:nvSpPr>
          <p:cNvPr id="16" name="GridLabelOwner-1-山田"/>
          <p:cNvSpPr/>
          <p:nvPr/>
        </p:nvSpPr>
        <p:spPr>
          <a:xfrm>
            <a:off x="1920240" y="1860550"/>
            <a:ext cx="1005840" cy="5105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山田</a:t>
            </a:r>
          </a:p>
        </p:txBody>
      </p:sp>
      <p:sp>
        <p:nvSpPr>
          <p:cNvPr id="17" name="GridLabelOwner-2-佐藤"/>
          <p:cNvSpPr/>
          <p:nvPr/>
        </p:nvSpPr>
        <p:spPr>
          <a:xfrm>
            <a:off x="1920240" y="2409190"/>
            <a:ext cx="1005840" cy="5105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佐藤</a:t>
            </a:r>
          </a:p>
        </p:txBody>
      </p:sp>
      <p:sp>
        <p:nvSpPr>
          <p:cNvPr id="18" name="GridLabelOwner-3-鈴木"/>
          <p:cNvSpPr/>
          <p:nvPr/>
        </p:nvSpPr>
        <p:spPr>
          <a:xfrm>
            <a:off x="1920240" y="2957830"/>
            <a:ext cx="1005840" cy="5105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鈴木</a:t>
            </a:r>
          </a:p>
        </p:txBody>
      </p:sp>
      <p:sp>
        <p:nvSpPr>
          <p:cNvPr id="19" name="GridLabelOwner-4-田中"/>
          <p:cNvSpPr/>
          <p:nvPr/>
        </p:nvSpPr>
        <p:spPr>
          <a:xfrm>
            <a:off x="1920240" y="3506470"/>
            <a:ext cx="1005840" cy="5105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田中</a:t>
            </a:r>
          </a:p>
        </p:txBody>
      </p:sp>
      <p:sp>
        <p:nvSpPr>
          <p:cNvPr id="20" name="GridLabelOwner-5-全員"/>
          <p:cNvSpPr/>
          <p:nvPr/>
        </p:nvSpPr>
        <p:spPr>
          <a:xfrm>
            <a:off x="1920240" y="4055110"/>
            <a:ext cx="1005840" cy="5359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全員</a:t>
            </a:r>
          </a:p>
        </p:txBody>
      </p:sp>
      <p:sp>
        <p:nvSpPr>
          <p:cNvPr id="21" name="Overlay-Arrow-要件定義"/>
          <p:cNvSpPr/>
          <p:nvPr/>
        </p:nvSpPr>
        <p:spPr>
          <a:xfrm>
            <a:off x="2980944" y="1938527"/>
            <a:ext cx="2816352" cy="32918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22" name="Overlay-Arrow-設計"/>
          <p:cNvSpPr/>
          <p:nvPr/>
        </p:nvSpPr>
        <p:spPr>
          <a:xfrm>
            <a:off x="4443984" y="2487168"/>
            <a:ext cx="4279391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設計</a:t>
            </a:r>
          </a:p>
        </p:txBody>
      </p:sp>
      <p:sp>
        <p:nvSpPr>
          <p:cNvPr id="23" name="Overlay-Bar-実装"/>
          <p:cNvSpPr/>
          <p:nvPr/>
        </p:nvSpPr>
        <p:spPr>
          <a:xfrm>
            <a:off x="5907024" y="3035808"/>
            <a:ext cx="4279391" cy="329184"/>
          </a:xfrm>
          <a:prstGeom prst="rect">
            <a:avLst/>
          </a:prstGeom>
          <a:solidFill>
            <a:srgbClr val="242B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erlay-Arrow-テスト"/>
          <p:cNvSpPr/>
          <p:nvPr/>
        </p:nvSpPr>
        <p:spPr>
          <a:xfrm>
            <a:off x="7370064" y="3584448"/>
            <a:ext cx="4279391" cy="329184"/>
          </a:xfrm>
          <a:prstGeom prst="left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テスト</a:t>
            </a:r>
          </a:p>
        </p:txBody>
      </p:sp>
      <p:sp>
        <p:nvSpPr>
          <p:cNvPr id="25" name="Overlay-Diamond-リリース"/>
          <p:cNvSpPr/>
          <p:nvPr/>
        </p:nvSpPr>
        <p:spPr>
          <a:xfrm>
            <a:off x="10835640" y="4160520"/>
            <a:ext cx="274320" cy="274320"/>
          </a:xfrm>
          <a:prstGeom prst="diamond">
            <a:avLst/>
          </a:prstGeom>
          <a:solidFill>
            <a:srgbClr val="B423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Overlay-TodayLine"/>
          <p:cNvCxnSpPr/>
          <p:nvPr/>
        </p:nvCxnSpPr>
        <p:spPr>
          <a:xfrm>
            <a:off x="6583680" y="1371600"/>
            <a:ext cx="0" cy="3200400"/>
          </a:xfrm>
          <a:prstGeom prst="line">
            <a:avLst/>
          </a:prstGeom>
          <a:ln w="28575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erlay-Label-レビュー"/>
          <p:cNvSpPr txBox="1"/>
          <p:nvPr/>
        </p:nvSpPr>
        <p:spPr>
          <a:xfrm>
            <a:off x="882396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42318"/>
                </a:solidFill>
                <a:latin typeface="Yu Gothic"/>
              </a:rPr>
              <a:t>▲レビュー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飾り線つきカード（表ではない）</a:t>
            </a:r>
          </a:p>
        </p:txBody>
      </p:sp>
      <p:sp>
        <p:nvSpPr>
          <p:cNvPr id="3" name="KpiCard-売上"/>
          <p:cNvSpPr/>
          <p:nvPr/>
        </p:nvSpPr>
        <p:spPr>
          <a:xfrm>
            <a:off x="914400" y="1645920"/>
            <a:ext cx="2377440" cy="100584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7365D"/>
                </a:solidFill>
                <a:latin typeface="Yu Gothic"/>
              </a:rPr>
              <a:t>売上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Yu Gothic"/>
              </a:rPr>
              <a:t>¥12.3M</a:t>
            </a:r>
          </a:p>
        </p:txBody>
      </p:sp>
      <p:sp>
        <p:nvSpPr>
          <p:cNvPr id="4" name="KpiCard-利益"/>
          <p:cNvSpPr/>
          <p:nvPr/>
        </p:nvSpPr>
        <p:spPr>
          <a:xfrm>
            <a:off x="3291840" y="1645920"/>
            <a:ext cx="2377440" cy="10058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7365D"/>
                </a:solidFill>
                <a:latin typeface="Yu Gothic"/>
              </a:rPr>
              <a:t>利益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Yu Gothic"/>
              </a:rPr>
              <a:t>¥3.1M</a:t>
            </a:r>
          </a:p>
        </p:txBody>
      </p:sp>
      <p:sp>
        <p:nvSpPr>
          <p:cNvPr id="5" name="KpiCard-顧客数"/>
          <p:cNvSpPr/>
          <p:nvPr/>
        </p:nvSpPr>
        <p:spPr>
          <a:xfrm>
            <a:off x="5669280" y="1645920"/>
            <a:ext cx="2377440" cy="100584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7365D"/>
                </a:solidFill>
                <a:latin typeface="Yu Gothic"/>
              </a:rPr>
              <a:t>顧客数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Yu Gothic"/>
              </a:rPr>
              <a:t>1,024</a:t>
            </a:r>
          </a:p>
        </p:txBody>
      </p:sp>
      <p:sp>
        <p:nvSpPr>
          <p:cNvPr id="6" name="KpiCard-解約率"/>
          <p:cNvSpPr/>
          <p:nvPr/>
        </p:nvSpPr>
        <p:spPr>
          <a:xfrm>
            <a:off x="8046720" y="1645920"/>
            <a:ext cx="2377440" cy="10058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7365D"/>
                </a:solidFill>
                <a:latin typeface="Yu Gothic"/>
              </a:rPr>
              <a:t>解約率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Yu Gothic"/>
              </a:rPr>
              <a:t>4.2%</a:t>
            </a:r>
          </a:p>
        </p:txBody>
      </p:sp>
      <p:cxnSp>
        <p:nvCxnSpPr>
          <p:cNvPr id="7" name="DecorativeLine"/>
          <p:cNvCxnSpPr/>
          <p:nvPr/>
        </p:nvCxnSpPr>
        <p:spPr>
          <a:xfrm>
            <a:off x="914400" y="2816352"/>
            <a:ext cx="9509760" cy="0"/>
          </a:xfrm>
          <a:prstGeom prst="line">
            <a:avLst/>
          </a:prstGeom>
          <a:ln w="9525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extStepArrow"/>
          <p:cNvSpPr/>
          <p:nvPr/>
        </p:nvSpPr>
        <p:spPr>
          <a:xfrm>
            <a:off x="914400" y="3090672"/>
            <a:ext cx="2743200" cy="457200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チェブロンのアジェンダ</a:t>
            </a:r>
          </a:p>
        </p:txBody>
      </p:sp>
      <p:sp>
        <p:nvSpPr>
          <p:cNvPr id="3" name="Chevron-STEP1"/>
          <p:cNvSpPr/>
          <p:nvPr/>
        </p:nvSpPr>
        <p:spPr>
          <a:xfrm>
            <a:off x="914400" y="1828800"/>
            <a:ext cx="2377440" cy="914400"/>
          </a:xfrm>
          <a:prstGeom prst="chevron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STEP1</a:t>
            </a:r>
          </a:p>
        </p:txBody>
      </p:sp>
      <p:sp>
        <p:nvSpPr>
          <p:cNvPr id="4" name="Chevron-STEP2"/>
          <p:cNvSpPr/>
          <p:nvPr/>
        </p:nvSpPr>
        <p:spPr>
          <a:xfrm>
            <a:off x="3291840" y="1828800"/>
            <a:ext cx="2377440" cy="914400"/>
          </a:xfrm>
          <a:prstGeom prst="chevron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STEP2</a:t>
            </a:r>
          </a:p>
        </p:txBody>
      </p:sp>
      <p:sp>
        <p:nvSpPr>
          <p:cNvPr id="5" name="Chevron-STEP3"/>
          <p:cNvSpPr/>
          <p:nvPr/>
        </p:nvSpPr>
        <p:spPr>
          <a:xfrm>
            <a:off x="5669280" y="1828800"/>
            <a:ext cx="2377440" cy="914400"/>
          </a:xfrm>
          <a:prstGeom prst="chevron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STEP3</a:t>
            </a:r>
          </a:p>
        </p:txBody>
      </p:sp>
      <p:sp>
        <p:nvSpPr>
          <p:cNvPr id="6" name="Chevron-STEP4"/>
          <p:cNvSpPr/>
          <p:nvPr/>
        </p:nvSpPr>
        <p:spPr>
          <a:xfrm>
            <a:off x="8046720" y="1828800"/>
            <a:ext cx="2377440" cy="914400"/>
          </a:xfrm>
          <a:prstGeom prst="chevron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STEP4</a:t>
            </a:r>
          </a:p>
        </p:txBody>
      </p:sp>
      <p:sp>
        <p:nvSpPr>
          <p:cNvPr id="7" name="AgendaArrow"/>
          <p:cNvSpPr/>
          <p:nvPr/>
        </p:nvSpPr>
        <p:spPr>
          <a:xfrm>
            <a:off x="914400" y="3108960"/>
            <a:ext cx="2743200" cy="457200"/>
          </a:xfrm>
          <a:prstGeom prst="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次へ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</Words>
  <Application>Microsoft Macintosh PowerPoint</Application>
  <PresentationFormat>ワイド画面</PresentationFormat>
  <Paragraphs>39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Yu Gothic</vt:lpstr>
      <vt:lpstr>Arial</vt:lpstr>
      <vt:lpstr>Calibri</vt:lpstr>
      <vt:lpstr>Office Theme</vt:lpstr>
      <vt:lpstr>隙間のある図形格子</vt:lpstr>
      <vt:lpstr>飾り線つきカード（表ではない）</vt:lpstr>
      <vt:lpstr>チェブロンのアジェンダ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RTMD fixture</cp:lastModifiedBy>
  <cp:revision>1</cp:revision>
  <dcterms:created xsi:type="dcterms:W3CDTF">2013-01-27T09:14:16Z</dcterms:created>
  <dcterms:modified xsi:type="dcterms:W3CDTF">2026-09-10T03:50:48Z</dcterms:modified>
  <cp:category/>
</cp:coreProperties>
</file>